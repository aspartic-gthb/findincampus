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Impact" panose="020B0806030902050204" pitchFamily="3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2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17">
            <a:off x="8172982" y="-1473762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93551">
            <a:off x="-3091661" y="3509943"/>
            <a:ext cx="15325477" cy="8242765"/>
          </a:xfrm>
          <a:custGeom>
            <a:avLst/>
            <a:gdLst/>
            <a:ahLst/>
            <a:cxnLst/>
            <a:rect l="l" t="t" r="r" b="b"/>
            <a:pathLst>
              <a:path w="15325477" h="8242765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350042" y="349542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84372" y="2302347"/>
            <a:ext cx="14319257" cy="284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FIND IN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4950" y="4715764"/>
            <a:ext cx="5318100" cy="71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3"/>
              </a:lnSpc>
            </a:pPr>
            <a:r>
              <a:rPr lang="en-US" sz="3799" b="1" spc="8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5184" y="6053221"/>
            <a:ext cx="15634116" cy="130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2"/>
              </a:lnSpc>
            </a:pPr>
            <a:r>
              <a:rPr lang="en-US" sz="68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 xml:space="preserve">PRESENTED BY 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583" y="7041237"/>
            <a:ext cx="17922833" cy="153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2"/>
              </a:lnSpc>
            </a:pPr>
            <a:r>
              <a:rPr lang="en-US" sz="8080">
                <a:solidFill>
                  <a:srgbClr val="FF751F"/>
                </a:solidFill>
                <a:latin typeface="Impact"/>
                <a:ea typeface="Impact"/>
                <a:cs typeface="Impact"/>
                <a:sym typeface="Impact"/>
              </a:rPr>
              <a:t>TEAM RIPON HACKS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31060" y="-4855276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14" y="266700"/>
            <a:ext cx="4932403" cy="10808055"/>
          </a:xfrm>
          <a:custGeom>
            <a:avLst/>
            <a:gdLst/>
            <a:ahLst/>
            <a:cxnLst/>
            <a:rect l="l" t="t" r="r" b="b"/>
            <a:pathLst>
              <a:path w="4932403" h="10808055">
                <a:moveTo>
                  <a:pt x="0" y="0"/>
                </a:moveTo>
                <a:lnTo>
                  <a:pt x="4932403" y="0"/>
                </a:lnTo>
                <a:lnTo>
                  <a:pt x="4932403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17121" y="643272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72738" y="2928804"/>
            <a:ext cx="8848708" cy="117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5"/>
              </a:lnSpc>
            </a:pPr>
            <a:r>
              <a:rPr lang="en-US" sz="6503" b="1" dirty="0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Smart Lost &amp; Found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4200" y="1387893"/>
            <a:ext cx="15163800" cy="1693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2"/>
              </a:lnSpc>
            </a:pPr>
            <a:r>
              <a:rPr lang="en-US" sz="10500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0158" y="5285020"/>
            <a:ext cx="11986562" cy="397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25"/>
              </a:lnSpc>
            </a:pPr>
            <a:r>
              <a:rPr lang="en-US" sz="444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:</a:t>
            </a: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To create a platform to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report lost and found item and 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intelligently match them based on 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available data.</a:t>
            </a:r>
          </a:p>
          <a:p>
            <a:pPr algn="just">
              <a:lnSpc>
                <a:spcPts val="6225"/>
              </a:lnSpc>
            </a:pPr>
            <a:endParaRPr lang="en-US" sz="444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272738" y="3655031"/>
            <a:ext cx="9857913" cy="117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5"/>
              </a:lnSpc>
            </a:pPr>
            <a:r>
              <a:rPr lang="en-US" sz="6503" b="1" dirty="0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91324" y="866775"/>
            <a:ext cx="11218550" cy="196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05"/>
              </a:lnSpc>
            </a:pPr>
            <a:r>
              <a:rPr lang="en-US" sz="1186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OUR APPROACH</a:t>
            </a:r>
          </a:p>
        </p:txBody>
      </p:sp>
      <p:sp>
        <p:nvSpPr>
          <p:cNvPr id="4" name="Freeform 4"/>
          <p:cNvSpPr/>
          <p:nvPr/>
        </p:nvSpPr>
        <p:spPr>
          <a:xfrm>
            <a:off x="14783217" y="-964573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977938"/>
            <a:ext cx="15012632" cy="555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Digital Unification : 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a single, accessible platform dedicated exclusively to managing campus lost-and-found.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Context Aware :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Utilize geolocation so users can pinpoint exactly where an item was lost or found.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Algorithmic Assistance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Move away from manual searching by building intelligent matching algorithms that suggest potential item correlations.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Privacy-First: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off-public messaging and claim verification system to protect student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1070" y="657225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56062" y="5658901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631070" y="7330450"/>
            <a:ext cx="4465991" cy="4465991"/>
          </a:xfrm>
          <a:custGeom>
            <a:avLst/>
            <a:gdLst/>
            <a:ahLst/>
            <a:cxnLst/>
            <a:rect l="l" t="t" r="r" b="b"/>
            <a:pathLst>
              <a:path w="4465991" h="4465991">
                <a:moveTo>
                  <a:pt x="0" y="0"/>
                </a:moveTo>
                <a:lnTo>
                  <a:pt x="4465991" y="0"/>
                </a:lnTo>
                <a:lnTo>
                  <a:pt x="4465991" y="4465990"/>
                </a:lnTo>
                <a:lnTo>
                  <a:pt x="0" y="4465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LocalStorage"/>
          <p:cNvSpPr txBox="1"/>
          <p:nvPr/>
        </p:nvSpPr>
        <p:spPr>
          <a:xfrm>
            <a:off x="6500000" y="7000000"/>
            <a:ext cx="4500000" cy="1400000"/>
          </a:xfrm>
          <a:prstGeom prst="rect">
            <a:avLst/>
          </a:prstGeom>
          <a:solidFill>
            <a:srgbClr val="1A1A2E"/>
          </a:solidFill>
          <a:ln w="38100">
            <a:solidFill>
              <a:srgbClr val="FF751F"/>
            </a:solidFill>
          </a:ln>
        </p:spPr>
        <p:txBody>
          <a:bodyPr lIns="228600" tIns="228600" rIns="228600" bIns="228600" rtlCol="0" anchor="ctr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Poppins Bold"/>
              </a:rPr>
              <a:t>💾 Local Storage</a:t>
            </a:r>
          </a:p>
        </p:txBody>
      </p:sp>
      <p:sp>
        <p:nvSpPr>
          <p:cNvPr id="6" name="Freeform 6"/>
          <p:cNvSpPr/>
          <p:nvPr/>
        </p:nvSpPr>
        <p:spPr>
          <a:xfrm>
            <a:off x="6387092" y="1568367"/>
            <a:ext cx="5636572" cy="5762083"/>
          </a:xfrm>
          <a:custGeom>
            <a:avLst/>
            <a:gdLst/>
            <a:ahLst/>
            <a:cxnLst/>
            <a:rect l="l" t="t" r="r" b="b"/>
            <a:pathLst>
              <a:path w="5636572" h="5762083">
                <a:moveTo>
                  <a:pt x="0" y="0"/>
                </a:moveTo>
                <a:lnTo>
                  <a:pt x="5636572" y="0"/>
                </a:lnTo>
                <a:lnTo>
                  <a:pt x="5636572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MockAPI"/>
          <p:cNvSpPr txBox="1"/>
          <p:nvPr/>
        </p:nvSpPr>
        <p:spPr>
          <a:xfrm>
            <a:off x="11500000" y="7000000"/>
            <a:ext cx="4500000" cy="1400000"/>
          </a:xfrm>
          <a:prstGeom prst="rect">
            <a:avLst/>
          </a:prstGeom>
          <a:solidFill>
            <a:srgbClr val="1A1A2E"/>
          </a:solidFill>
          <a:ln w="38100">
            <a:solidFill>
              <a:srgbClr val="FF751F"/>
            </a:solidFill>
          </a:ln>
        </p:spPr>
        <p:txBody>
          <a:bodyPr lIns="228600" tIns="228600" rIns="228600" bIns="228600" rtlCol="0" anchor="ctr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Poppins Bold"/>
              </a:rPr>
              <a:t>🌐 Mock API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791" y="552362"/>
            <a:ext cx="8209174" cy="195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84"/>
              </a:lnSpc>
            </a:pPr>
            <a:r>
              <a:rPr lang="en-US" sz="1193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TECH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86311" y="2353901"/>
            <a:ext cx="4196314" cy="95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40"/>
              </a:lnSpc>
            </a:pPr>
            <a:r>
              <a:rPr lang="en-US" sz="5314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FRONTEND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86311" y="5886450"/>
            <a:ext cx="4196314" cy="95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40"/>
              </a:lnSpc>
            </a:pPr>
            <a:r>
              <a:rPr lang="en-US" sz="5314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BACKEND :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434040" y="-1575770"/>
            <a:ext cx="4465991" cy="4465991"/>
          </a:xfrm>
          <a:custGeom>
            <a:avLst/>
            <a:gdLst/>
            <a:ahLst/>
            <a:cxnLst/>
            <a:rect l="l" t="t" r="r" b="b"/>
            <a:pathLst>
              <a:path w="4465991" h="4465991">
                <a:moveTo>
                  <a:pt x="0" y="0"/>
                </a:moveTo>
                <a:lnTo>
                  <a:pt x="4465990" y="0"/>
                </a:lnTo>
                <a:lnTo>
                  <a:pt x="4465990" y="4465990"/>
                </a:lnTo>
                <a:lnTo>
                  <a:pt x="0" y="4465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37684" y="746532"/>
            <a:ext cx="9408408" cy="197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3"/>
              </a:lnSpc>
            </a:pPr>
            <a:r>
              <a:rPr lang="en-US" sz="11887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4783217" y="-964573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37684" y="4171318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Interactive Map &amp; HeatMaps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can drop exact location pins for items.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* Heatmaps allow campus security or students to identify high-risk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   “loss hotspots”.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7684" y="2897890"/>
            <a:ext cx="14708363" cy="10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85"/>
              </a:lnSpc>
            </a:pPr>
            <a:r>
              <a:rPr lang="en-US" sz="5703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Introducing FindInCampus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7684" y="7009160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Intelligent Item Matching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Built-in semantic heuristics compare items.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* It automatically recommends correlations between newly reported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   constraints and existing database entries.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2307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49470" y="0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856295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Secure Resolution Workflow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                 *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A robust “Claim” system requiring owners to submit detailed proof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  of ownership.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* Status tracks from “Reported” to “Resolved”.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2968" y="1453561"/>
            <a:ext cx="14708363" cy="10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85"/>
              </a:lnSpc>
            </a:pPr>
            <a:r>
              <a:rPr lang="en-US" sz="5703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Workflows &amp; Resolution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94137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Integrated Secure Chat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 xml:space="preserve"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Peer-to-peer messaging system.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* Offloads public listing exposure; finders and owners communicate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 xml:space="preserve">                 privately.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501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78375">
            <a:off x="8323700" y="-4291982"/>
            <a:ext cx="15959856" cy="8583964"/>
          </a:xfrm>
          <a:custGeom>
            <a:avLst/>
            <a:gdLst/>
            <a:ahLst/>
            <a:cxnLst/>
            <a:rect l="l" t="t" r="r" b="b"/>
            <a:pathLst>
              <a:path w="15959856" h="8583964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84372" y="3726507"/>
            <a:ext cx="14319257" cy="254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1366517">
            <a:off x="-1768901" y="4979430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243</Words>
  <Application>Microsoft Office PowerPoint</Application>
  <PresentationFormat>Custom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Anton</vt:lpstr>
      <vt:lpstr>Impact</vt:lpstr>
      <vt:lpstr>Poppins</vt:lpstr>
      <vt:lpstr>Calibri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Company</dc:title>
  <dc:creator>MARUF</dc:creator>
  <cp:lastModifiedBy>Maruf Alam</cp:lastModifiedBy>
  <cp:revision>3</cp:revision>
  <dcterms:created xsi:type="dcterms:W3CDTF">2006-08-16T00:00:00Z</dcterms:created>
  <dcterms:modified xsi:type="dcterms:W3CDTF">2026-04-18T20:50:52Z</dcterms:modified>
  <dc:identifier>DAHHOh0EVOY</dc:identifier>
</cp:coreProperties>
</file>